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reproduced the main results of the PowerSGD paper on NERSC Perlmutter, using the authors' own research code, and checked which of its claims still hold on modern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parallelism splits the batch across GPUs, but the gradients must be averaged after every step. The message is as large as the model, so communication grows with model 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layer's gradient is a matrix. PowerSGD runs one step of power iteration to find a rank-r approximation and only communicates the two thin factors. Warm start and error feedback keep it accurate; linearity lets it use all-reduce.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three claims we set out to check. Numbers are from Table 3 of the paper, 16 GPUs, ResNet18 on CIFAR-10 and an LSTM on WikiText-2.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ran the authors' research code unchanged except for porting. The big difference is the network: the paper's 10 Gbit/s Ethernet versus Perlmutter's NVLink and Slingshot.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CIFAR-10 test accuracy. Rank 2 and Rank 4 hit the paper's numbers exactly. Right: the LSTM. All of our perplexities are higher than the paper's, including plain SGD, which points to a data difference rather than PowerSGD. The next slides show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counterpart of the paper's Figure 4. The jump at epoch 150 is the learning-rate decay. Training took about 8 minutes on 16 A100s versus about 45 minutes in the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ordering as the paper's Figure 4: Rank 1 is clearly worse, Rank 2 is close and Rank 4 matches SGD. The drop at epoch 60 is the learning-rate decay.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paper's claim is about PowerSGD compared with SGD, so this is the fair comparison. Our gaps match the paper's within half a point of accuracy and about one point of perplexity. The LSTM's constant offset cancels out because it also affects SGD.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 scale. Communication volume is a property of the algorithm and the model shapes, so it should match exactly, and it does. Rank 2 sends 136 times less than SGD on ResNet18.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our results differ from the paper. We compare the relative change against SGD on the same hardware, not raw milliseconds, since A100s are simply faster than Titan X GPUs.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Breakdown of one training step. On CIFAR-10, SGD's whole gradient exchange is only 6.4 ms, about a quarter of the step, which caps any possible gain. PowerSGD's compression and communication take longer than that, because they are many small operations limited by latency rather than bandwidth.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Summary of what reproduced. The algorithm behaves exactly as described; the wall-clock benefit depends on how expensive communication is relative to computation.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PowerSGD's speedup depends on the communication-to-compute ratio. Larger models such as GPT-style transformers send much bigger gradients, which is where we expect compression to pay off on modern hardware. That is the next part of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numbers behind the charts. Generated with perlmutter/submit_paper.sh table3 and paper-code/analyze_results.py.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2011680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Reproducing PowerSGD on Perlmutter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C9D6E3"/>
                </a:solidFill>
              </a:rPr>
              <a:t>Low-rank gradient compression for data-parallel training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9D6E3"/>
                </a:solidFill>
              </a:rPr>
              <a:t>Paper: Vogels, Karimireddy &amp; Jaggi, “PowerSGD: Practical Low-Rank Gradient Compression for Distributed Optimization”, NeurIPS 2019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Nayan Yadav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9D6E3"/>
                </a:solidFill>
              </a:rPr>
              <a:t>Deep Learning course project  ·  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The problem: communication in data-parallel 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Every training step, every GPU must exchange its entire gradient.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2E86AB"/>
                </a:solidFill>
              </a:rPr>
              <a:t>•  </a:t>
            </a:r>
            <a:r>
              <a:rPr sz="2000" b="1">
                <a:solidFill>
                  <a:srgbClr val="1B2A41"/>
                </a:solidFill>
              </a:rPr>
              <a:t>Data parallelism: </a:t>
            </a:r>
            <a:r>
              <a:rPr sz="2000">
                <a:solidFill>
                  <a:srgbClr val="1B2A41"/>
                </a:solidFill>
              </a:rPr>
              <a:t>each GPU computes a gradient on its share of the batch; all GPUs then average their gradients (all-reduce) before updating the model.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E86AB"/>
                </a:solidFill>
              </a:rPr>
              <a:t>•  </a:t>
            </a:r>
            <a:r>
              <a:rPr sz="2000" b="1">
                <a:solidFill>
                  <a:srgbClr val="1B2A41"/>
                </a:solidFill>
              </a:rPr>
              <a:t>The message is the whole model: </a:t>
            </a:r>
            <a:r>
              <a:rPr sz="2000">
                <a:solidFill>
                  <a:srgbClr val="1B2A41"/>
                </a:solidFill>
              </a:rPr>
              <a:t>43 MB per step for ResNet18 and 110 MB for the 3-layer LSTM used in the paper.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E86AB"/>
                </a:solidFill>
              </a:rPr>
              <a:t>•  </a:t>
            </a:r>
            <a:r>
              <a:rPr sz="2000" b="1">
                <a:solidFill>
                  <a:srgbClr val="1B2A41"/>
                </a:solidFill>
              </a:rPr>
              <a:t>As models and GPU counts grow, </a:t>
            </a:r>
            <a:r>
              <a:rPr sz="2000">
                <a:solidFill>
                  <a:srgbClr val="1B2A41"/>
                </a:solidFill>
              </a:rPr>
              <a:t>communication can dominate the time per step.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2E86AB"/>
                </a:solidFill>
              </a:rPr>
              <a:t>•  </a:t>
            </a:r>
            <a:r>
              <a:rPr sz="2000" b="1">
                <a:solidFill>
                  <a:srgbClr val="1B2A41"/>
                </a:solidFill>
              </a:rPr>
              <a:t>Earlier compressors </a:t>
            </a:r>
            <a:r>
              <a:rPr sz="2000">
                <a:solidFill>
                  <a:srgbClr val="1B2A41"/>
                </a:solidFill>
              </a:rPr>
              <a:t>(sign-based, top-K) either lose accuracy or cannot be summed with all-reduce, so they scale poorly with more GPUs.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PowerSGD: send a low-rank approximation of each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Approximate each layer's gradient matrix M by P·Qᵀ with small rank r (1, 2 or 4).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1_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809" y="1554480"/>
            <a:ext cx="9174077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38912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One power-iteration step per layer: </a:t>
            </a:r>
            <a:r>
              <a:rPr sz="1800">
                <a:solidFill>
                  <a:srgbClr val="1B2A41"/>
                </a:solidFill>
              </a:rPr>
              <a:t>P = M·Q → all-reduce P → orthogonalize P → Q = Mᵀ·P → all-reduce Q.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Warm start: </a:t>
            </a:r>
            <a:r>
              <a:rPr sz="1800">
                <a:solidFill>
                  <a:srgbClr val="1B2A41"/>
                </a:solidFill>
              </a:rPr>
              <a:t>reuse the previous step's Q, so a single cheap iteration is enough.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Error feedback: </a:t>
            </a:r>
            <a:r>
              <a:rPr sz="1800">
                <a:solidFill>
                  <a:srgbClr val="1B2A41"/>
                </a:solidFill>
              </a:rPr>
              <a:t>remember what the compression missed and add it to the next gradient.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Linear in M: </a:t>
            </a:r>
            <a:r>
              <a:rPr sz="1800">
                <a:solidFill>
                  <a:srgbClr val="1B2A41"/>
                </a:solidFill>
              </a:rPr>
              <a:t>the GPUs' P and Q can simply be summed with all-reduce.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The paper's three claims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We tested all three with the authors' own code, matching Table 3 of the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20440" cy="4206240"/>
          </a:xfrm>
          <a:prstGeom prst="roundRect">
            <a:avLst/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9202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86AB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974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</a:rPr>
              <a:t>Same accuracy as SGD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61188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C677D"/>
                </a:solidFill>
              </a:rPr>
              <a:t>CIFAR-10: Rank 2 reaches 94.4% vs 94.3% for SGD.</a:t>
            </a:r>
          </a:p>
          <a:p>
            <a:pPr algn="l"/>
            <a:r>
              <a:rPr sz="1700" b="0" i="0">
                <a:solidFill>
                  <a:srgbClr val="5C677D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5C677D"/>
                </a:solidFill>
              </a:rPr>
              <a:t>WikiText-2: Rank 4 matches SGD's perplexity (91 vs 91).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520440" cy="4206240"/>
          </a:xfrm>
          <a:prstGeom prst="roundRect">
            <a:avLst/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9202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86AB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6974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</a:rPr>
              <a:t>100× or more less communication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61188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C677D"/>
                </a:solidFill>
              </a:rPr>
              <a:t>136× less data with Rank 2 on ResNet18.</a:t>
            </a:r>
          </a:p>
          <a:p>
            <a:pPr algn="l"/>
            <a:r>
              <a:rPr sz="1700" b="0" i="0">
                <a:solidFill>
                  <a:srgbClr val="5C677D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5C677D"/>
                </a:solidFill>
              </a:rPr>
              <a:t>120× less with Rank 4 on the LSTM.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737360"/>
            <a:ext cx="3520440" cy="4206240"/>
          </a:xfrm>
          <a:prstGeom prst="roundRect">
            <a:avLst/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202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2E86AB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6974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</a:rPr>
              <a:t>Faster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611880"/>
            <a:ext cx="3017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5C677D"/>
                </a:solidFill>
              </a:rPr>
              <a:t>On 16 GPUs, time per batch drops by 23% (ResNet18, Rank 2) and 55% (LSTM, Rank 4).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Setup: same code and hyperparameters, very different 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Only the hardware changed; the algorithm, models and hyperparameters are the paper's.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572000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Paper (2019)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Ours: Nayan Yadav's runs on NERSC Perlmutter (2026)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GPUs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16× GTX Titan X (2 per node, 8 nodes)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16× A100 (4 per node, 4 nodes)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Network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10 Gbit/s Ethernet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NVLink within a node, Slingshot-11 between nodes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Software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PyTorch 1.1, NCCL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PyTorch 2.13, NCCL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ResNet18 / CIFAR-10 (300 epochs), LSTM / WikiText-2 (90 epochs)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Same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Hyperparameters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Tuned for SGD, reused unchanged for PowerSGD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Identical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Repetitions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3 seeds per method: 24 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1B2A41"/>
                          </a:solidFill>
                        </a:rPr>
                        <a:t>Compute used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Not reported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B2A41"/>
                          </a:solidFill>
                        </a:rPr>
                        <a:t>36.9 GPU-hours (from Slurm accounting)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492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E86AB"/>
                </a:solidFill>
              </a:rPr>
              <a:t>•  </a:t>
            </a:r>
            <a:r>
              <a:rPr sz="1600" b="1">
                <a:solidFill>
                  <a:srgbClr val="1B2A41"/>
                </a:solidFill>
              </a:rPr>
              <a:t>Porting only: </a:t>
            </a:r>
            <a:r>
              <a:rPr sz="1600">
                <a:solidFill>
                  <a:srgbClr val="1B2A41"/>
                </a:solidFill>
              </a:rPr>
              <a:t>one GPU per process under Slurm; replaced two libraries that no longer exist (a CUDA bit-packing extension and the old torchtext/spaCy text pipeline); fixed the dataset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Claim 1: accuracy matches SGD 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CIFAR-10 is within 0.3 points of the paper; LSTM perplexity is 8-9 points higher for every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2_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6411" y="1554480"/>
            <a:ext cx="9918871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23559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E86AB"/>
                </a:solidFill>
              </a:rPr>
              <a:t>•  </a:t>
            </a:r>
            <a:r>
              <a:rPr sz="1600">
                <a:solidFill>
                  <a:srgbClr val="1B2A41"/>
                </a:solidFill>
              </a:rPr>
              <a:t>Seeds agree closely (error bars = min-max of 3 runs), so the small differences are real but tiny.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CIFAR-10 training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Rank 2 and Rank 4 track SGD; Rank 1 levels off about 1 point lower, as in the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curves_cifar16_cif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7" y="1554480"/>
            <a:ext cx="11155680" cy="4183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293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C677D"/>
                </a:solidFill>
              </a:rPr>
              <a:t>Jump at epoch 150 = learning-rate decay. Shaded = min-max over 3 seeds. Full run: ~8 minutes on 16 A100s (paper: ~45 minutes).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WikiText-2 LSTM training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Higher rank gives lower perplexity; Rank 4 ends level with SGD, as in the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curves_lm16_l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007" y="1554480"/>
            <a:ext cx="11155680" cy="41833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293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5C677D"/>
                </a:solidFill>
              </a:rPr>
              <a:t>Drop at epoch 60 = learning-rate decay. Shaded = min-max over 3 seeds. Full run: ~3 minutes on 16 A100s.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The key comparison: PowerSGD relative to SGD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Measured against SGD, our results match the paper almost exactly, LSTM included.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3_gap_to_sg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500" y="1554480"/>
            <a:ext cx="10544694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77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E86AB"/>
                </a:solidFill>
              </a:rPr>
              <a:t>•  </a:t>
            </a:r>
            <a:r>
              <a:rPr sz="1600" b="1">
                <a:solidFill>
                  <a:srgbClr val="1B2A41"/>
                </a:solidFill>
              </a:rPr>
              <a:t>The LSTM's +8-9 perplexity offset also affects SGD, </a:t>
            </a:r>
            <a:r>
              <a:rPr sz="1600">
                <a:solidFill>
                  <a:srgbClr val="1B2A41"/>
                </a:solidFill>
              </a:rPr>
              <a:t>so it comes from the data pipeline (the original spaCy tokenizer had to be replaced), not from PowerSGD.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Claim 2: 100× or more less communication 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Data sent per epoch matches the paper for every method.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4_commun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968" y="1554480"/>
            <a:ext cx="10535758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778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E86AB"/>
                </a:solidFill>
              </a:rPr>
              <a:t>•  </a:t>
            </a:r>
            <a:r>
              <a:rPr sz="1600" b="1">
                <a:solidFill>
                  <a:srgbClr val="1B2A41"/>
                </a:solidFill>
              </a:rPr>
              <a:t>ResNet18: </a:t>
            </a:r>
            <a:r>
              <a:rPr sz="1600">
                <a:solidFill>
                  <a:srgbClr val="1B2A41"/>
                </a:solidFill>
              </a:rPr>
              <a:t>Rank 2 sends 136× less than SGD.   **LSTM: **Rank 1 sends 310× less, Rank 4 sends 120× less.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Claim 3: faster training  ✗ on Perlmutter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On ResNet18, PowerSGD is slower than SGD; on the LSTM it saves only 3-8%.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5_spe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500" y="1554480"/>
            <a:ext cx="10544694" cy="3931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5321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Paper: </a:t>
            </a:r>
            <a:r>
              <a:rPr sz="1500">
                <a:solidFill>
                  <a:srgbClr val="1B2A41"/>
                </a:solidFill>
              </a:rPr>
              <a:t>16-26% faster (ResNet18) and 53-56% faster (LSTM).   **Ours: **8-27% slower and 3-8% faster.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Our ms per batch: </a:t>
            </a:r>
            <a:r>
              <a:rPr sz="1500">
                <a:solidFill>
                  <a:srgbClr val="1B2A41"/>
                </a:solidFill>
              </a:rPr>
              <a:t>ResNet18 SGD 26.2 → Rank 1/2/4: 28.3 / 29.6 / 33.2.   LSTM SGD 28.8 → 26.5 / 27.1 / 28.1.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Why: communication is cheap on Perlmutter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There is little communication left to save, and compressing costs more than it saves.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pic>
        <p:nvPicPr>
          <p:cNvPr id="7" name="Picture 6" descr="fig6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047" y="1463040"/>
            <a:ext cx="8229600" cy="30699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624445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SGD's full all-reduce is only 6.4 of 26 ms (CIFAR-10) and 4.4 of 29 ms (LSTM): </a:t>
            </a:r>
            <a:r>
              <a:rPr sz="1500">
                <a:solidFill>
                  <a:srgbClr val="1B2A41"/>
                </a:solidFill>
              </a:rPr>
              <a:t>the most any compressor could save.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PowerSGD's step takes longer (9.2 ms at Rank 2): </a:t>
            </a:r>
            <a:r>
              <a:rPr sz="1500">
                <a:solidFill>
                  <a:srgbClr val="1B2A41"/>
                </a:solidFill>
              </a:rPr>
              <a:t>many small per-layer matrix products and orthogonalizations, plus small all-reduces bound by latency, not bandwidth.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86AB"/>
                </a:solidFill>
              </a:rPr>
              <a:t>•  </a:t>
            </a:r>
            <a:r>
              <a:rPr sz="1500" b="1">
                <a:solidFill>
                  <a:srgbClr val="1B2A41"/>
                </a:solidFill>
              </a:rPr>
              <a:t>The paper's 10 Gbit/s network is ~80× slower </a:t>
            </a:r>
            <a:r>
              <a:rPr sz="1500">
                <a:solidFill>
                  <a:srgbClr val="1B2A41"/>
                </a:solidFill>
              </a:rPr>
              <a:t>than Perlmutter's 4×200 Gbit/s links between nodes, so there communication dominated.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Accuracy and compression are properties of the algorithm; speedup depends on the hardware.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40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743200"/>
                <a:gridCol w="2834640"/>
                <a:gridCol w="1920240"/>
              </a:tblGrid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Claim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Reproduced?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Accuracy on par with SGD (CIFAR-10)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Rank 2: 94.4% vs 94.3%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Rank 2: 94.4% vs 94.1%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A9D5D"/>
                          </a:solidFill>
                        </a:rPr>
                        <a:t>✓ Yes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LSTM: Rank 4 matches SGD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91 vs 91 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98.9 vs 99.6 perplexity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A9D5D"/>
                          </a:solidFill>
                        </a:rPr>
                        <a:t>✓ Yes (relative)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Quality improves with rank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Rank 1 &lt; 2 &lt; 4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Rank 1 &lt; 2 &lt; 4 (both tasks)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A9D5D"/>
                          </a:solidFill>
                        </a:rPr>
                        <a:t>✓ Yes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Communication reduction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136× (Rank 2, ResNet18)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Same MB per epoch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3A9D5D"/>
                          </a:solidFill>
                        </a:rPr>
                        <a:t>✓ 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1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Speedup, ResNet18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−23% per batch (Rank 2)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+13% per batch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C8553D"/>
                          </a:solidFill>
                        </a:rPr>
                        <a:t>✗ No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530357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B2A41"/>
                          </a:solidFill>
                        </a:rPr>
                        <a:t>Speedup, 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−55% per batch (Rank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2A41"/>
                          </a:solidFill>
                        </a:rPr>
                        <a:t>−3% per batch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C8553D"/>
                          </a:solidFill>
                        </a:rPr>
                        <a:t>✗ Mostly not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Takeaways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97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86AB"/>
                </a:solidFill>
              </a:rPr>
              <a:t>What we found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>
                <a:solidFill>
                  <a:srgbClr val="1B2A41"/>
                </a:solidFill>
              </a:rPr>
              <a:t>The paper's accuracy and compression results reproduce from the authors' code, with no retuning: 24/24 runs, 3 seeds each.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>
                <a:solidFill>
                  <a:srgbClr val="1B2A41"/>
                </a:solidFill>
              </a:rPr>
              <a:t>Its speedups do not: on a fast interconnect, communication is too small a part of each step for compression to pay off on these models.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>
                <a:solidFill>
                  <a:srgbClr val="1B2A41"/>
                </a:solidFill>
              </a:rPr>
              <a:t>Fair comparisons across hardware use changes relative to SGD, not raw times.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09728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E86AB"/>
                </a:solidFill>
              </a:rPr>
              <a:t>Next steps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6459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nanoGPT and larger models: </a:t>
            </a:r>
            <a:r>
              <a:rPr sz="1800">
                <a:solidFill>
                  <a:srgbClr val="1B2A41"/>
                </a:solidFill>
              </a:rPr>
              <a:t>much bigger gradients, so communication matters more.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Data vs tensor parallelism: </a:t>
            </a:r>
            <a:r>
              <a:rPr sz="1800">
                <a:solidFill>
                  <a:srgbClr val="1B2A41"/>
                </a:solidFill>
              </a:rPr>
              <a:t>where gradient compression applies, and where it does not.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Low-precision gradients (fp32 → fp8): </a:t>
            </a:r>
            <a:r>
              <a:rPr sz="1800">
                <a:solidFill>
                  <a:srgbClr val="1B2A41"/>
                </a:solidFill>
              </a:rPr>
              <a:t>an alternative or complement to low-rank compression.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E86AB"/>
                </a:solidFill>
              </a:rPr>
              <a:t>•  </a:t>
            </a:r>
            <a:r>
              <a:rPr sz="1800" b="1">
                <a:solidFill>
                  <a:srgbClr val="1B2A41"/>
                </a:solidFill>
              </a:rPr>
              <a:t>Slow-network runs </a:t>
            </a:r>
            <a:r>
              <a:rPr sz="1800">
                <a:solidFill>
                  <a:srgbClr val="1B2A41"/>
                </a:solidFill>
              </a:rPr>
              <a:t>(Gloo backend, 1-16 GPUs) to recreate the paper's setting.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B2A41"/>
                </a:solidFill>
              </a:rPr>
              <a:t>Appendix: full Table 3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E86AB"/>
                </a:solidFill>
              </a:rPr>
              <a:t>Nayan Yadav's Perlmutter runs: 16 GPUs, 3 seeds each, shown as mean [min, max].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00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5C677D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C677D"/>
                </a:solidFill>
              </a:rPr>
              <a:t>Reproducing PowerSGD on Perlmutter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2194560"/>
                <a:gridCol w="1005840"/>
                <a:gridCol w="1463040"/>
                <a:gridCol w="1097280"/>
                <a:gridCol w="1463040"/>
                <a:gridCol w="100584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Task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Ours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MB/epoch ours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ms/batch ours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>CIFAR-10 (acc.)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SGD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94.1% [94.1, 94.1]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94.3%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1,073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1,023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26.2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312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93.3% [93.1, 93.4]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94.4% [94.3, 94.4]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94.4%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29.6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94.5% [94.3, 94.7]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>WikiText-2 (ppl.)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SGD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99.6 [99.4, 99.9]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91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7,882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7,730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28.8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300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111.2 [110.5, 112.0]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2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101.4 [100.9, 102.1]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93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39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38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27.1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141</a:t>
                      </a:r>
                    </a:p>
                  </a:txBody>
                  <a:tcPr>
                    <a:solidFill>
                      <a:srgbClr val="EEF3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1B2A41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Rank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98.9 [98.3, 99.3]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28.1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B2A41"/>
                          </a:solidFill>
                        </a:rPr>
                        <a:t>134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C677D"/>
                </a:solidFill>
              </a:rPr>
              <a:t>CIFAR-10 SGD seeds: 94.075, 94.075, 94.083 (different training runs that happen to end equal). Raw ms/batch is not comparable across hardware; compare the change vs SGD.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